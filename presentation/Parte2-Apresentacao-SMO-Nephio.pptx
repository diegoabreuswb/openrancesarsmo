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 Parte 1 caracterizei o que o Nephio faz e não faz. Agora vou provar isso na prática, com números reais de um laboratório que rodou nesta máquina — incluindo quatro melhorias que implementei depois da entrega original, a pedido do avaliador.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Dois clusters, dois papéis. O de baixo — o O-Cloud — foi criado pelo próprio Nephio via O2 IMS. As três peças em destaque — metrics-server, config-bridge e rapp-autoscale — são as melhorias que vou detalhar na segunda metade da apresentação.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Nada disso rodou em nuvem. É o notebook, com WSL2, dentro de um orçamento de RAM apertado — volto a esse orçamento no fim, porque as 4 melhorias novas também tiveram que caber nele.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Deixo bem claro: isso é um simulador leve para exercitar mecanismos, não uma pilha 5G real. Já avaliei o caminho para NFs reais e documentei por que não coube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Esse não é um kubectl apply. É um pacote publicado, versionado, com histórico — o mesmo mecanismo que o Nephio usa para qualquer coisa em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Duas camadas de configuração, de propósito diferente — mostro as duas ao longo da apresentação sem misturar uma com a outra.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Esse foi um dos experimentos mais instrutivos: bati de frente com um comportamento real do Kubernetes, descobri a causa e corrigi.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 instanciação até a remoção — cada etapa, medida e registrada, não só narrada. E já adianto aqui as três melhorias que vou detalhar a seguir, no mesmo gráfico.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Prefiro mostrar os bugs reais que encontrei a esconder que existiram. E são exatamente essas três limitações que ataquei nas melhorias pós-entrega, a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Antes só tínhamos docker stats. Agora tenho kubectl top de verdade — métrica real por nó e por pod, sem instalar Prometheus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Isso é GitOps de verdade fechando o gap — não só o RootSync instalado, mas provado que ele reage sozinho a um commit, sem eu chamar kpt live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Achei e corrigi um bug real nessa: o YAML sem aspas fazia “00101” virar o inteiro 101 na releitura — um padrão octal-like do YAML 1.1 — causando um loop de auto-correção a cada 15s. Corrigi forçando aspas em todo escalar.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Aqui apareceu o achado mais interessante de todos: o RootSync revertia a decisão do rApp de volta pra 1 réplica, porque o pacote ainda declarava replicas:1 no Git — um conflito real de autoridade entre GitOps declarativo e controle imperativo, o mesmo problema que existe quando um HPA coexiste com GitOps na vida real. Corrigi removendo “replicas” do pacote.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Prefiro terminar mostrando exatamente onde parei, sem fingir que terminei algo que não terminei — isso é mais valioso academicamente do que uma apresentação sem nenhuma pendência.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Entre teoria (Parte 1) e prática (Parte 2), a mesma conclusão se sustenta: o Nephio é uma plataforma de automação cloud-native real, que implementa um subconjunto bem definido — e demonstrado, com evidência, inclusive nas melhorias — das funções associadas ao SMO.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Relationship Id="rId3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Provisionamento e gerenciamento prático de uma pilha Open RAN com Nephio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Parte 2 (70%) — disciplina de redes Open RAN, Curso CESAR</a:t>
            </a:r>
          </a:p>
          <a:p>
            <a:pPr lvl="0"/>
            <a:r>
              <a:rPr/>
              <a:t>Usar o Nephio, na prática, para provisionar e gerenciar uma pilha Open RAN </a:t>
            </a:r>
            <a:r>
              <a:rPr b="1"/>
              <a:t>simulada</a:t>
            </a:r>
          </a:p>
          <a:p>
            <a:pPr lvl="0"/>
            <a:r>
              <a:rPr/>
              <a:t>3 Network Functions representativas: </a:t>
            </a:r>
            <a:r>
              <a:rPr>
                <a:latin typeface="Courier"/>
              </a:rPr>
              <a:t>oran-cu</a:t>
            </a:r>
            <a:r>
              <a:rPr/>
              <a:t>, </a:t>
            </a:r>
            <a:r>
              <a:rPr>
                <a:latin typeface="Courier"/>
              </a:rPr>
              <a:t>oran-du</a:t>
            </a:r>
            <a:r>
              <a:rPr/>
              <a:t>, </a:t>
            </a:r>
            <a:r>
              <a:rPr>
                <a:latin typeface="Courier"/>
              </a:rPr>
              <a:t>oran-core</a:t>
            </a:r>
          </a:p>
          <a:p>
            <a:pPr lvl="0"/>
            <a:r>
              <a:rPr/>
              <a:t>Autor: Diego Abreu — atualizado em 2026-09-25 com 4 melhorias pós-entrega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Arquitetura final</a:t>
            </a:r>
          </a:p>
        </p:txBody>
      </p:sp>
      <p:pic>
        <p:nvPicPr>
          <p:cNvPr descr="assets/architecture-fin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73400" y="1193800"/>
            <a:ext cx="2997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Arquitetura final: O2 IMS + entrega de CNFs via Porch, RootSync contínuo, config-bridge e rapp-autoscale (novos, em destaque)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Ambiente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Windows 11 + WSL2 Ubuntu, Docker Engine nativo, 16 GB de RAM totais</a:t>
            </a:r>
          </a:p>
          <a:p>
            <a:pPr lvl="0"/>
            <a:r>
              <a:rPr/>
              <a:t>Nephio R6 (</a:t>
            </a:r>
            <a:r>
              <a:rPr>
                <a:latin typeface="Courier"/>
              </a:rPr>
              <a:t>v6.0.0</a:t>
            </a:r>
            <a:r>
              <a:rPr/>
              <a:t>), Porch v1.5.6, kpt v1.0.0</a:t>
            </a:r>
          </a:p>
          <a:p>
            <a:pPr lvl="0"/>
            <a:r>
              <a:rPr>
                <a:latin typeface="Courier"/>
              </a:rPr>
              <a:t>.wslconfig</a:t>
            </a:r>
            <a:r>
              <a:rPr/>
              <a:t>: teto de 9,7 GB para todo o laboratório</a:t>
            </a:r>
          </a:p>
          <a:p>
            <a:pPr lvl="0"/>
            <a:r>
              <a:rPr/>
              <a:t>100% local — sem cloud paga, sem OpenStack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Network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oran-cu</a:t>
            </a:r>
            <a:r>
              <a:rPr/>
              <a:t>, </a:t>
            </a:r>
            <a:r>
              <a:rPr>
                <a:latin typeface="Courier"/>
              </a:rPr>
              <a:t>oran-du</a:t>
            </a:r>
            <a:r>
              <a:rPr/>
              <a:t>, </a:t>
            </a:r>
            <a:r>
              <a:rPr>
                <a:latin typeface="Courier"/>
              </a:rPr>
              <a:t>oran-core</a:t>
            </a:r>
            <a:r>
              <a:rPr/>
              <a:t> — FastAPI, ~30–50 MiB de RAM cada</a:t>
            </a:r>
          </a:p>
          <a:p>
            <a:pPr lvl="0"/>
            <a:r>
              <a:rPr>
                <a:latin typeface="Courier"/>
              </a:rPr>
              <a:t>/health</a:t>
            </a:r>
            <a:r>
              <a:rPr/>
              <a:t>, </a:t>
            </a:r>
            <a:r>
              <a:rPr>
                <a:latin typeface="Courier"/>
              </a:rPr>
              <a:t>/config</a:t>
            </a:r>
            <a:r>
              <a:rPr/>
              <a:t> (GET/PUT), </a:t>
            </a:r>
            <a:r>
              <a:rPr>
                <a:latin typeface="Courier"/>
              </a:rPr>
              <a:t>/metrics</a:t>
            </a:r>
            <a:r>
              <a:rPr/>
              <a:t> (Prometheus)</a:t>
            </a:r>
          </a:p>
          <a:p>
            <a:pPr lvl="0"/>
            <a:r>
              <a:rPr b="1"/>
              <a:t>Workloads representativos — não NFs O-RAN reais</a:t>
            </a:r>
            <a:r>
              <a:rPr/>
              <a:t> (sem F1/E1/E2, sem plano de usuário)</a:t>
            </a:r>
          </a:p>
          <a:p>
            <a:pPr lvl="0"/>
            <a:r>
              <a:rPr/>
              <a:t>Avaliei substituir por free5GC/UERANSIM/OAI — não coube no orçamento (docs/real-nf-extension.md)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Provisionamento (Experimento 1)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Pacote kpt autoral → Porch (</a:t>
            </a:r>
            <a:r>
              <a:rPr>
                <a:latin typeface="Courier"/>
              </a:rPr>
              <a:t>porchctl rpkg init/push/propose/approve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PackageRevision</a:t>
            </a:r>
            <a:r>
              <a:rPr/>
              <a:t> Published no repositório </a:t>
            </a:r>
            <a:r>
              <a:rPr>
                <a:latin typeface="Courier"/>
              </a:rPr>
              <a:t>openran-cnfs</a:t>
            </a:r>
          </a:p>
          <a:p>
            <a:pPr lvl="0"/>
            <a:r>
              <a:rPr>
                <a:latin typeface="Courier"/>
              </a:rPr>
              <a:t>kpt live apply</a:t>
            </a:r>
            <a:r>
              <a:rPr/>
              <a:t> no </a:t>
            </a:r>
            <a:r>
              <a:rPr>
                <a:latin typeface="Courier"/>
              </a:rPr>
              <a:t>o-cloud-1</a:t>
            </a:r>
            <a:r>
              <a:rPr/>
              <a:t> — reconciliação declarativa com </a:t>
            </a:r>
            <a:r>
              <a:rPr>
                <a:latin typeface="Courier"/>
              </a:rPr>
              <a:t>ResourceGroup</a:t>
            </a:r>
          </a:p>
          <a:p>
            <a:pPr lvl="0"/>
            <a:r>
              <a:rPr b="1"/>
              <a:t>20,4 s do zero até 3/3 NFs Running</a:t>
            </a:r>
          </a:p>
        </p:txBody>
      </p:sp>
      <p:pic>
        <p:nvPicPr>
          <p:cNvPr descr="assets/term-exp1-appl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50900"/>
            <a:ext cx="51054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Terminal real: apply result 10 attempted, 10 successful — 3 CNFs Running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Config update (Experimento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oran-du</a:t>
            </a:r>
            <a:r>
              <a:rPr/>
              <a:t>: </a:t>
            </a:r>
            <a:r>
              <a:rPr>
                <a:latin typeface="Courier"/>
              </a:rPr>
              <a:t>cell_id</a:t>
            </a:r>
            <a:r>
              <a:rPr/>
              <a:t> </a:t>
            </a:r>
            <a:r>
              <a:rPr>
                <a:latin typeface="Courier"/>
              </a:rPr>
              <a:t>1 → 2</a:t>
            </a:r>
            <a:r>
              <a:rPr/>
              <a:t> via </a:t>
            </a:r>
            <a:r>
              <a:rPr>
                <a:latin typeface="Courier"/>
              </a:rPr>
              <a:t>PUT /config</a:t>
            </a:r>
            <a:r>
              <a:rPr/>
              <a:t> — </a:t>
            </a:r>
            <a:r>
              <a:rPr b="1"/>
              <a:t>0,7 s</a:t>
            </a:r>
          </a:p>
          <a:p>
            <a:pPr lvl="0"/>
            <a:r>
              <a:rPr/>
              <a:t>Camada operacional da NF (análoga a O1/NETCONF numa NF real) — API REST própria, não O1</a:t>
            </a:r>
          </a:p>
          <a:p>
            <a:pPr lvl="0"/>
            <a:r>
              <a:rPr/>
              <a:t>Distinto da config de </a:t>
            </a:r>
            <a:r>
              <a:rPr b="1"/>
              <a:t>implantação</a:t>
            </a:r>
            <a:r>
              <a:rPr/>
              <a:t> (pacote/Porch) — usada no upgrade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e Upgrade (achado real incluso)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Scale: </a:t>
            </a:r>
            <a:r>
              <a:rPr>
                <a:latin typeface="Courier"/>
              </a:rPr>
              <a:t>oran-cu</a:t>
            </a:r>
            <a:r>
              <a:rPr/>
              <a:t> 1 → 2 réplicas — </a:t>
            </a:r>
            <a:r>
              <a:rPr b="1"/>
              <a:t>5,7 s</a:t>
            </a:r>
          </a:p>
          <a:p>
            <a:pPr lvl="0"/>
            <a:r>
              <a:rPr/>
              <a:t>Upgrade: </a:t>
            </a:r>
            <a:r>
              <a:rPr>
                <a:latin typeface="Courier"/>
              </a:rPr>
              <a:t>NF_VERSION</a:t>
            </a:r>
            <a:r>
              <a:rPr/>
              <a:t> v1 → v2 via pacote no Porch — </a:t>
            </a:r>
            <a:r>
              <a:rPr b="1"/>
              <a:t>15,0 s</a:t>
            </a:r>
            <a:r>
              <a:rPr/>
              <a:t>, </a:t>
            </a:r>
            <a:r>
              <a:rPr>
                <a:latin typeface="Courier"/>
              </a:rPr>
              <a:t>revision</a:t>
            </a:r>
            <a:r>
              <a:rPr/>
              <a:t> 1 → 2</a:t>
            </a:r>
          </a:p>
          <a:p>
            <a:pPr lvl="0"/>
            <a:r>
              <a:rPr b="1"/>
              <a:t>Achado real:</a:t>
            </a:r>
            <a:r>
              <a:rPr/>
              <a:t> só mudar o </a:t>
            </a:r>
            <a:r>
              <a:rPr>
                <a:latin typeface="Courier"/>
              </a:rPr>
              <a:t>ConfigMap</a:t>
            </a:r>
            <a:r>
              <a:rPr/>
              <a:t> não disparou rollout — corrigido com anotação de versão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Fault / recovery e Terminate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Recovery: </a:t>
            </a:r>
            <a:r>
              <a:rPr>
                <a:latin typeface="Courier"/>
              </a:rPr>
              <a:t>kubectl delete pod</a:t>
            </a:r>
            <a:r>
              <a:rPr/>
              <a:t> → novo pod em </a:t>
            </a:r>
            <a:r>
              <a:rPr b="1"/>
              <a:t>3,9 s</a:t>
            </a:r>
            <a:r>
              <a:rPr/>
              <a:t> (self-healing, não healing de NF telecom)</a:t>
            </a:r>
          </a:p>
          <a:p>
            <a:pPr lvl="0"/>
            <a:r>
              <a:rPr/>
              <a:t>Terminate: </a:t>
            </a:r>
            <a:r>
              <a:rPr>
                <a:latin typeface="Courier"/>
              </a:rPr>
              <a:t>oran-core</a:t>
            </a:r>
            <a:r>
              <a:rPr/>
              <a:t> removido via </a:t>
            </a:r>
            <a:r>
              <a:rPr b="1"/>
              <a:t>prune</a:t>
            </a:r>
            <a:r>
              <a:rPr/>
              <a:t> do </a:t>
            </a:r>
            <a:r>
              <a:rPr>
                <a:latin typeface="Courier"/>
              </a:rPr>
              <a:t>kpt live apply</a:t>
            </a:r>
            <a:r>
              <a:rPr/>
              <a:t> — </a:t>
            </a:r>
            <a:r>
              <a:rPr b="1"/>
              <a:t>10,8 s</a:t>
            </a:r>
          </a:p>
          <a:p>
            <a:pPr lvl="0"/>
            <a:r>
              <a:rPr/>
              <a:t>6/6 experimentos formais: </a:t>
            </a:r>
            <a:r>
              <a:rPr>
                <a:latin typeface="Courier"/>
              </a:rPr>
              <a:t>success</a:t>
            </a:r>
          </a:p>
        </p:txBody>
      </p:sp>
      <p:pic>
        <p:nvPicPr>
          <p:cNvPr descr="assets/experiments-dura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33400"/>
            <a:ext cx="51054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Duração real de todos os experimentos e melhorias, por categoria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Resultados e limites originais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~3,9 GiB de RAM (Nephio + O-Cloud + CNFs), bem dentro do teto de 9,7 GiB</a:t>
            </a:r>
          </a:p>
          <a:p>
            <a:pPr lvl="0"/>
            <a:r>
              <a:rPr/>
              <a:t>2 bugs de engenharia reais encontrados </a:t>
            </a:r>
            <a:r>
              <a:rPr b="1"/>
              <a:t>e corrigidos</a:t>
            </a:r>
            <a:r>
              <a:rPr/>
              <a:t> na entrega original</a:t>
            </a:r>
          </a:p>
          <a:p>
            <a:pPr lvl="0"/>
            <a:r>
              <a:rPr/>
              <a:t>Limitações levantadas: sem GitOps contínuo, sem monitoramento por métrica, sem propagação </a:t>
            </a:r>
            <a:r>
              <a:rPr>
                <a:latin typeface="Courier"/>
              </a:rPr>
              <a:t>/config</a:t>
            </a:r>
            <a:r>
              <a:rPr/>
              <a:t> → pacote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Melhoria 1 — metrics-server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Instalado no </a:t>
            </a:r>
            <a:r>
              <a:rPr>
                <a:latin typeface="Courier"/>
              </a:rPr>
              <a:t>o-cloud-1</a:t>
            </a:r>
            <a:r>
              <a:rPr/>
              <a:t>: manifesto oficial + </a:t>
            </a:r>
            <a:r>
              <a:rPr>
                <a:latin typeface="Courier"/>
              </a:rPr>
              <a:t>--kubelet-insecure-tls</a:t>
            </a:r>
          </a:p>
          <a:p>
            <a:pPr lvl="0"/>
            <a:r>
              <a:rPr/>
              <a:t>Fecha “Monitoring: não incluído nativamente” da tabela SMO×Nephio</a:t>
            </a:r>
          </a:p>
          <a:p>
            <a:pPr lvl="0"/>
            <a:r>
              <a:rPr/>
              <a:t>Custo: ~15 MiB de RAM</a:t>
            </a:r>
          </a:p>
        </p:txBody>
      </p:sp>
      <p:pic>
        <p:nvPicPr>
          <p:cNvPr descr="assets/term-metrics-top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308100"/>
            <a:ext cx="51054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kubectl top nodes/pods — dados reais de CPU e memória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Melhoria 2 — RootSync contínuo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Config Sync no próprio </a:t>
            </a:r>
            <a:r>
              <a:rPr>
                <a:latin typeface="Courier"/>
              </a:rPr>
              <a:t>o-cloud-1</a:t>
            </a:r>
            <a:r>
              <a:rPr/>
              <a:t>, apontando para o repo </a:t>
            </a:r>
            <a:r>
              <a:rPr>
                <a:latin typeface="Courier"/>
              </a:rPr>
              <a:t>openran-cnfs</a:t>
            </a:r>
          </a:p>
          <a:p>
            <a:pPr lvl="0"/>
            <a:r>
              <a:rPr/>
              <a:t>Fecha “sem GitOps contínuo” — não depende mais de rodar o script manualmente</a:t>
            </a:r>
          </a:p>
          <a:p>
            <a:pPr lvl="0"/>
            <a:r>
              <a:rPr b="1"/>
              <a:t>Prova real:</a:t>
            </a:r>
            <a:r>
              <a:rPr/>
              <a:t> publiquei v3 no Porch sem tocar no cluster — aplicado sozinho em </a:t>
            </a:r>
            <a:r>
              <a:rPr b="1"/>
              <a:t>19 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Melhoria 3 — config-bridge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Fecha o loop </a:t>
            </a:r>
            <a:r>
              <a:rPr>
                <a:latin typeface="Courier"/>
              </a:rPr>
              <a:t>/config</a:t>
            </a:r>
            <a:r>
              <a:rPr/>
              <a:t> (NF) → pacote: detecta drift e comita a correção</a:t>
            </a:r>
          </a:p>
          <a:p>
            <a:pPr lvl="0"/>
            <a:r>
              <a:rPr/>
              <a:t>RootSync (melhoria 2) reconcilia o resto sozinho</a:t>
            </a:r>
          </a:p>
        </p:txBody>
      </p:sp>
      <p:pic>
        <p:nvPicPr>
          <p:cNvPr descr="assets/term-configbridge-drif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04900"/>
            <a:ext cx="51054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Round-trip real: PUT /config contornando o GitOps → drift detectado → commit → CFG_CELL_ID=7 confirmado no cluster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Melhoria 4 — rapp-autoscale (Non-RT RIC)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Decisão registrada: </a:t>
            </a:r>
            <a:r>
              <a:rPr b="1"/>
              <a:t>rApp sim, xApp não</a:t>
            </a:r>
            <a:r>
              <a:rPr/>
              <a:t> — rApp roda no Non-RT RIC, parte do próprio SMO; xApp exigiria E2/Near-RT RIC reais, que este laboratório não implementa</a:t>
            </a:r>
          </a:p>
          <a:p>
            <a:pPr lvl="0"/>
            <a:r>
              <a:rPr/>
              <a:t>Poll de 30s (não-tempo-real, por definição O-RAN) sobre </a:t>
            </a:r>
            <a:r>
              <a:rPr>
                <a:latin typeface="Courier"/>
              </a:rPr>
              <a:t>/metrics</a:t>
            </a:r>
            <a:r>
              <a:rPr/>
              <a:t> → decide escala via </a:t>
            </a:r>
            <a:r>
              <a:rPr>
                <a:latin typeface="Courier"/>
              </a:rPr>
              <a:t>/scale</a:t>
            </a:r>
          </a:p>
        </p:txBody>
      </p:sp>
      <p:pic>
        <p:nvPicPr>
          <p:cNvPr descr="assets/term-rapp-decis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81100"/>
            <a:ext cx="5105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Decisão real do rApp: rate=10.27 req/s dispara scale-up 1→2, e o achado do conflito com o GitOps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Status honesto e uso de RAM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Reverificação final do rApp </a:t>
            </a:r>
            <a:r>
              <a:rPr b="1"/>
              <a:t>pendente</a:t>
            </a:r>
            <a:r>
              <a:rPr/>
              <a:t> — ambiente sofreu suspensões repetidas do host durante os testes finais desta sessão, não um problema de lógica</a:t>
            </a:r>
          </a:p>
          <a:p>
            <a:pPr lvl="0"/>
            <a:r>
              <a:rPr/>
              <a:t>Nenhuma evidência foi forjada para cobrir essa lacuna — documentado com todas as letras</a:t>
            </a:r>
          </a:p>
        </p:txBody>
      </p:sp>
      <p:pic>
        <p:nvPicPr>
          <p:cNvPr descr="assets/ram-usag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25500"/>
            <a:ext cx="51054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Uso real de RAM: todas as 4 melhorias somadas cabem folgado no orçamento do WSL2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Nephio orquestrou o ciclo de vida completo de CNFs com seus mecanismos nativos — não </a:t>
            </a:r>
            <a:r>
              <a:rPr>
                <a:latin typeface="Courier"/>
              </a:rPr>
              <a:t>kubectl apply</a:t>
            </a:r>
          </a:p>
          <a:p>
            <a:pPr lvl="0"/>
            <a:r>
              <a:rPr/>
              <a:t>4 melhorias pós-entrega fecharam Monitoring, GitOps contínuo, e parte de Non-RT RIC/rApp</a:t>
            </a:r>
          </a:p>
          <a:p>
            <a:pPr lvl="0"/>
            <a:r>
              <a:rPr b="1"/>
              <a:t>11 bugs de engenharia reais</a:t>
            </a:r>
            <a:r>
              <a:rPr/>
              <a:t> encontrados e corrigidos ao longo de toda a Parte 2</a:t>
            </a:r>
          </a:p>
          <a:p>
            <a:pPr lvl="0"/>
            <a:r>
              <a:rPr/>
              <a:t>O que é abstração: as NFs, o O-Cloud, a federação FOCOM, o xApp (deliberadamente não simulado)</a:t>
            </a:r>
          </a:p>
          <a:p>
            <a:pPr lvl="0"/>
            <a:r>
              <a:rPr/>
              <a:t>O que é real: Porch/kpt/RootSync, provisionamento O2 IMS, e agora monitoramento + um rApp funcional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2026-09-25T12:13:09Z</dcterms:created>
  <dcterms:modified xsi:type="dcterms:W3CDTF">2026-09-25T12:13:09Z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