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Bom dia/tarde. Meu trabalho analisa o Nephio como plataforma de automação para Open RAN. Já adianto a tese central: vou mostrar o que o Nephio realmente faz — com evidência prática — e onde ele não cobre o escopo completo do SMO definido pela O-RAN Alliance.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Open RAN só funciona na prática se existir uma camada central de gerência. É isso que o SMO faz: ele fala com os elementos de rede via O1, com a infraestrutura de nuvem via O2, e distribui políticas para o Near-RT RIC via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 essa camada, a promessa de “abertura” do Open RAN não se sustenta operacionalmente — seria preciso integrar manualmente dezenas de componentes de fornecedores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 frase é a tese do meu trabalho. Nephio pode implementar ou apoiar funções do SMO — não é, ele próprio, o SMO oficial da especificação O-RAN.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Dois tipos de cluster: um de gestão, que decide o quê e como configurar, e um ou mais de carga, onde as funções de rede realmente rodam.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Esses não são conceitos abstratos — são CRDs reais que instalei e observei rodando no meu cluster de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operador nunca escreve manifesto de baixo nível — declara a intenção, e a cadeia de controllers cuida do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Isso não é teoria — apliquei um ProvisioningRequest e, minutos depois, tinha um segundo cluster Kubernetes rodando, criado inteiramente por essa cadeia.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 direto aqui: não encontrei, no cluster real, nenhum componente de O1. É uma lacuna real, não um detalhe.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Aqui o Nephio entrega de verdade — vou mostrar na Parte 2 o status: fulfilled saindo do cluster real, não de um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É importante ser honesto: o que chamo de O-Cloud aqui é um cluster Kubernetes local, sem hardware nem rede de transporte reais — mas provisionado pelo mecanismo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demonstro é lifecycle de Kubernetes. Não confundo isso com lifecycle de uma NF de telecom real — a diferença é central para o meu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Decidi não instalar Prometheus/Grafana para manter o laboratório leve — e isso também ilustra bem os limites reais do que o Nephio entrega de fábrica.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escolha do Nephio não foi só teórica — foi a única viável dentro da restrição real de hardware que eu tinha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Fico com uma conclusão equilibrada: o Nephio entrega automação real e demonstrável para uma fatia bem definida do escopo do SMO — e eu mostrei, com evidência, exatamente onde essa fatia termina. Obrigado — perguntas?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Plataformas de SMO para Open RAN: o caso Nephio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Disciplina: redes Open RAN — Parte 1 (30%)</a:t>
            </a:r>
          </a:p>
          <a:p>
            <a:pPr lvl="0"/>
            <a:r>
              <a:rPr/>
              <a:t>Ferramenta analisada: </a:t>
            </a:r>
            <a:r>
              <a:rPr b="1"/>
              <a:t>Nephio</a:t>
            </a:r>
            <a:r>
              <a:rPr/>
              <a:t> (Linux Foundation Networking)</a:t>
            </a:r>
          </a:p>
          <a:p>
            <a:pPr lvl="0"/>
            <a:r>
              <a:rPr/>
              <a:t>Foco: arquitetura, funções de SMO, interfaces O1/O2, O-Cloud, NF lifecycle</a:t>
            </a:r>
          </a:p>
          <a:p>
            <a:pPr lvl="0"/>
            <a:r>
              <a:rPr/>
              <a:t>Autor: Diego Abreu — Curso CESAR — 2026-09-11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RAN e o papel do SMO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Open RAN desagrega o RAN: O-RU, O-DU, O-CU (CP/UP), conectados por interfaces abertas</a:t>
            </a:r>
          </a:p>
          <a:p>
            <a:pPr lvl="0"/>
            <a:r>
              <a:rPr/>
              <a:t>Introduz dois controladores de inteligência: Near-RT RIC e Non-RT RIC</a:t>
            </a:r>
          </a:p>
          <a:p>
            <a:pPr lvl="0"/>
            <a:r>
              <a:rPr b="1"/>
              <a:t>SMO</a:t>
            </a:r>
            <a:r>
              <a:rPr/>
              <a:t> = framework de gerência de topo da arquitetura O-RAN</a:t>
            </a:r>
          </a:p>
          <a:p>
            <a:pPr lvl="0"/>
            <a:r>
              <a:rPr/>
              <a:t>Termina as interfaces </a:t>
            </a:r>
            <a:r>
              <a:rPr b="1"/>
              <a:t>O1</a:t>
            </a:r>
            <a:r>
              <a:rPr/>
              <a:t>, </a:t>
            </a:r>
            <a:r>
              <a:rPr b="1"/>
              <a:t>O2</a:t>
            </a:r>
            <a:r>
              <a:rPr/>
              <a:t> e </a:t>
            </a:r>
            <a:r>
              <a:rPr b="1"/>
              <a:t>A1</a:t>
            </a:r>
            <a:r>
              <a:rPr/>
              <a:t> (via Non-RT RIC)</a:t>
            </a:r>
          </a:p>
        </p:txBody>
      </p:sp>
      <p:pic>
        <p:nvPicPr>
          <p:cNvPr descr="assets/oran-arc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483100" y="203200"/>
            <a:ext cx="3263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Arquitetura O-RAN simplificada: SMO no topo, O1 para O-CU/O-DU/Near-RT RIC, O2 para O-Cloud, A1 para o Near-RT RIC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o SMO é necessário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Multi-fornecedor só funciona com orquestração central e interfaces padronizadas</a:t>
            </a:r>
          </a:p>
          <a:p>
            <a:pPr lvl="0"/>
            <a:r>
              <a:rPr/>
              <a:t>Sem SMO: integração manual, sem escala, sem automação de ciclo de vida</a:t>
            </a:r>
          </a:p>
          <a:p>
            <a:pPr lvl="0"/>
            <a:r>
              <a:rPr/>
              <a:t>Responsabilidades: FCAPS, gerenciamento de O-Cloud, inventário, políticas, orquestração ponta a ponta</a:t>
            </a:r>
          </a:p>
          <a:p>
            <a:pPr lvl="0"/>
            <a:r>
              <a:rPr/>
              <a:t>É uma </a:t>
            </a:r>
            <a:r>
              <a:rPr b="1"/>
              <a:t>arquitetura de responsabilidades</a:t>
            </a:r>
            <a:r>
              <a:rPr/>
              <a:t>, não um produto único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é Nephio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Projeto </a:t>
            </a:r>
            <a:r>
              <a:rPr b="1"/>
              <a:t>graduado da Linux Foundation Networking</a:t>
            </a:r>
            <a:r>
              <a:rPr/>
              <a:t> (2022, LF + Google Cloud)</a:t>
            </a:r>
          </a:p>
          <a:p>
            <a:pPr lvl="0"/>
            <a:r>
              <a:rPr i="1"/>
              <a:t>“Carrier-grade, simple, open, Kubernetes-based cloud native intent automation”</a:t>
            </a:r>
          </a:p>
          <a:p>
            <a:pPr lvl="0"/>
            <a:r>
              <a:rPr/>
              <a:t>Núcleo </a:t>
            </a:r>
            <a:r>
              <a:rPr b="1"/>
              <a:t>agnóstico de telecom</a:t>
            </a:r>
            <a:r>
              <a:rPr/>
              <a:t>: Kubernetes + Configuration as Data (kpt) + GitOps</a:t>
            </a:r>
          </a:p>
          <a:p>
            <a:pPr lvl="0"/>
            <a:r>
              <a:rPr/>
              <a:t>Conecta-se ao O-RAN via operadores específicos (O2 IMS, FOCOM) — não é o SMO em si</a:t>
            </a:r>
          </a:p>
          <a:p>
            <a:pPr lvl="0" indent="0" marL="1270000">
              <a:buNone/>
            </a:pPr>
            <a:r>
              <a:rPr sz="2000"/>
              <a:t>“Nephio is a cloud-native automation and orchestration platform that can implement or support functions associated with the SMO and O-Cloud management architecture.”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Arquitetura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Management Cluster</a:t>
            </a:r>
            <a:r>
              <a:rPr/>
              <a:t>: Nephio Core, Porch, repositório de pacotes, Config Sync</a:t>
            </a:r>
          </a:p>
          <a:p>
            <a:pPr lvl="0"/>
            <a:r>
              <a:rPr b="1"/>
              <a:t>Workload Cluster(s)</a:t>
            </a:r>
            <a:r>
              <a:rPr/>
              <a:t>: onde as CNFs rodam, reconciliadas via GitOps</a:t>
            </a:r>
          </a:p>
          <a:p>
            <a:pPr lvl="0"/>
            <a:r>
              <a:rPr/>
              <a:t>Porch = </a:t>
            </a:r>
            <a:r>
              <a:rPr i="1"/>
              <a:t>“kpt-as-a-service”</a:t>
            </a:r>
            <a:r>
              <a:rPr/>
              <a:t> — API Kubernetes para gerenciar pacotes</a:t>
            </a:r>
          </a:p>
          <a:p>
            <a:pPr lvl="0"/>
            <a:r>
              <a:rPr/>
              <a:t>kpt = toolchain </a:t>
            </a:r>
            <a:r>
              <a:rPr i="1"/>
              <a:t>“package-centric”</a:t>
            </a:r>
            <a:r>
              <a:rPr/>
              <a:t> sobre </a:t>
            </a:r>
            <a:r>
              <a:rPr i="1"/>
              <a:t>Configuration as Data</a:t>
            </a:r>
          </a:p>
        </p:txBody>
      </p:sp>
      <p:pic>
        <p:nvPicPr>
          <p:cNvPr descr="assets/nephio-arc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87900" y="203200"/>
            <a:ext cx="2654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Arquitetura do Nephio: Management Cluster (Nephio Core, Porch, kpt, Package Repository, Config Sync) e Workload Cluster(s) com as CNFs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Componentes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Repository</a:t>
            </a:r>
            <a:r>
              <a:rPr/>
              <a:t> — repositório Git/OCI registrado no Porch (read-only ou deployment)</a:t>
            </a:r>
          </a:p>
          <a:p>
            <a:pPr lvl="0"/>
            <a:r>
              <a:rPr>
                <a:latin typeface="Courier"/>
              </a:rPr>
              <a:t>PackageRevision</a:t>
            </a:r>
            <a:r>
              <a:rPr/>
              <a:t> — uma revisão de pacote (Draft → Proposed → Published)</a:t>
            </a:r>
          </a:p>
          <a:p>
            <a:pPr lvl="0"/>
            <a:r>
              <a:rPr>
                <a:latin typeface="Courier"/>
              </a:rPr>
              <a:t>PackageVariant</a:t>
            </a:r>
            <a:r>
              <a:rPr/>
              <a:t> / </a:t>
            </a:r>
            <a:r>
              <a:rPr>
                <a:latin typeface="Courier"/>
              </a:rPr>
              <a:t>PackageVariantSet</a:t>
            </a:r>
            <a:r>
              <a:rPr/>
              <a:t> — gera variações de um pacote para um ou mais destinos</a:t>
            </a:r>
          </a:p>
          <a:p>
            <a:pPr lvl="0"/>
            <a:r>
              <a:rPr/>
              <a:t>Controllers Kubernetes reconciliam cada uma dessas CRDs continuamente</a:t>
            </a:r>
          </a:p>
        </p:txBody>
      </p:sp>
      <p:pic>
        <p:nvPicPr>
          <p:cNvPr descr="assets/pkgrev-stat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97400" y="203200"/>
            <a:ext cx="3060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Ciclo de vida de um PackageRevision no Porch: Draft, Proposed, Published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GitOps e automação orientada a intenção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GitOps</a:t>
            </a:r>
            <a:r>
              <a:rPr/>
              <a:t>: o Git é a fonte de verdade; um agente reconcilia o cluster a partir dele</a:t>
            </a:r>
          </a:p>
          <a:p>
            <a:pPr lvl="0"/>
            <a:r>
              <a:rPr/>
              <a:t>Config Sync = a ferramenta GitOps usada pelo Nephio</a:t>
            </a:r>
          </a:p>
          <a:p>
            <a:pPr lvl="0"/>
            <a:r>
              <a:rPr/>
              <a:t>Mesmo padrão do </a:t>
            </a:r>
            <a:r>
              <a:rPr i="1"/>
              <a:t>control loop</a:t>
            </a:r>
            <a:r>
              <a:rPr/>
              <a:t> oficial do Kubernetes: </a:t>
            </a:r>
            <a:r>
              <a:rPr i="1"/>
              <a:t>“move o estado atual em direção ao estado desejado”</a:t>
            </a:r>
          </a:p>
          <a:p>
            <a:pPr lvl="0"/>
            <a:r>
              <a:rPr b="1"/>
              <a:t>Intent</a:t>
            </a:r>
            <a:r>
              <a:rPr/>
              <a:t> = uma declaração de alto nível (CR) que a cadeia de controllers traduz em recursos concretos</a:t>
            </a:r>
          </a:p>
        </p:txBody>
      </p:sp>
      <p:pic>
        <p:nvPicPr>
          <p:cNvPr descr="assets/intent-flow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981200"/>
            <a:ext cx="5105400" cy="31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Fluxo Intent -&gt; Package -&gt; Repository -&gt; Reconciliacao -&gt; Kubernetes -&gt; CNF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Provisionamento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Fluxo: </a:t>
            </a:r>
            <a:r>
              <a:rPr>
                <a:latin typeface="Courier"/>
              </a:rPr>
              <a:t>ProvisioningRequest</a:t>
            </a:r>
            <a:r>
              <a:rPr/>
              <a:t> (intent) → </a:t>
            </a:r>
            <a:r>
              <a:rPr>
                <a:latin typeface="Courier"/>
              </a:rPr>
              <a:t>PackageVariant</a:t>
            </a:r>
            <a:r>
              <a:rPr/>
              <a:t> (Porch) → </a:t>
            </a:r>
            <a:r>
              <a:rPr>
                <a:latin typeface="Courier"/>
              </a:rPr>
              <a:t>PackageRevision</a:t>
            </a:r>
            <a:r>
              <a:rPr/>
              <a:t> (publicada no Git) → reconciliação (Config Sync) → </a:t>
            </a:r>
            <a:r>
              <a:rPr>
                <a:latin typeface="Courier"/>
              </a:rPr>
              <a:t>Cluster</a:t>
            </a:r>
            <a:r>
              <a:rPr/>
              <a:t> real</a:t>
            </a:r>
          </a:p>
          <a:p>
            <a:pPr lvl="0"/>
            <a:r>
              <a:rPr/>
              <a:t>Dois níveis de orquestração: de </a:t>
            </a:r>
            <a:r>
              <a:rPr b="1"/>
              <a:t>pacotes</a:t>
            </a:r>
            <a:r>
              <a:rPr/>
              <a:t> (Porch) e de </a:t>
            </a:r>
            <a:r>
              <a:rPr b="1"/>
              <a:t>infraestrutura</a:t>
            </a:r>
            <a:r>
              <a:rPr/>
              <a:t> (Cluster API)</a:t>
            </a:r>
          </a:p>
          <a:p>
            <a:pPr lvl="0"/>
            <a:r>
              <a:rPr b="1"/>
              <a:t>Demonstrado no laboratório</a:t>
            </a:r>
            <a:r>
              <a:rPr/>
              <a:t>: um único objeto declarativo gerou um cluster Kubernetes real de 2 nós</a:t>
            </a:r>
          </a:p>
        </p:txBody>
      </p:sp>
      <p:pic>
        <p:nvPicPr>
          <p:cNvPr descr="assets/o2ims-seque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447800"/>
            <a:ext cx="51054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Sequência real observada: ProvisioningRequest -&gt; o2ims-operator -&gt; PackageVariant/Porch -&gt; Gitea -&gt; Config Sync -&gt; Cluster API/CAPD -&gt; o-cloud-1 -&gt; fulfilled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Interface O1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O1 = gerência </a:t>
            </a:r>
            <a:r>
              <a:rPr b="1"/>
              <a:t>FCAPS</a:t>
            </a:r>
            <a:r>
              <a:rPr/>
              <a:t> entre SMO e elementos RAN (O-CU, O-DU, Near-RT RIC)</a:t>
            </a:r>
          </a:p>
          <a:p>
            <a:pPr lvl="0"/>
            <a:r>
              <a:rPr/>
              <a:t>Configuração via NETCONF/YANG; notificações via REST/VES</a:t>
            </a:r>
          </a:p>
          <a:p>
            <a:pPr lvl="0"/>
            <a:r>
              <a:rPr b="1"/>
              <a:t>Nephio não implementa O1</a:t>
            </a:r>
            <a:r>
              <a:rPr/>
              <a:t> — confirmado por descoberta completa do cluster (76 CRDs, nenhuma relacionada a O1)</a:t>
            </a:r>
          </a:p>
          <a:p>
            <a:pPr lvl="0"/>
            <a:r>
              <a:rPr/>
              <a:t>Essa função pertence, no ecossistema O-RAN, ao projeto O-RAN-SC OAM</a:t>
            </a:r>
          </a:p>
          <a:p>
            <a:pPr lvl="0" indent="0" marL="1270000">
              <a:buNone/>
            </a:pPr>
            <a:r>
              <a:rPr sz="2000" b="1"/>
              <a:t>Resultado da descoberta no cluster real:</a:t>
            </a:r>
            <a:r>
              <a:rPr sz="2000"/>
              <a:t> 76 CRDs instaladas, 0 relacionadas a O1/NETCONF/YANG.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Interface O2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O2 = interface SMO ↔ O-Cloud; dividida em </a:t>
            </a:r>
            <a:r>
              <a:rPr b="1"/>
              <a:t>O2 IMS</a:t>
            </a:r>
            <a:r>
              <a:rPr/>
              <a:t> (infraestrutura) e </a:t>
            </a:r>
            <a:r>
              <a:rPr b="1"/>
              <a:t>O2 DMS</a:t>
            </a:r>
            <a:r>
              <a:rPr/>
              <a:t> (deployment)</a:t>
            </a:r>
          </a:p>
          <a:p>
            <a:pPr lvl="0"/>
            <a:r>
              <a:rPr/>
              <a:t>Nephio R6 implementa uma </a:t>
            </a:r>
            <a:r>
              <a:rPr b="1"/>
              <a:t>PoC funcional de O2 IMS</a:t>
            </a:r>
            <a:r>
              <a:rPr/>
              <a:t>: CRD </a:t>
            </a:r>
            <a:r>
              <a:rPr>
                <a:latin typeface="Courier"/>
              </a:rPr>
              <a:t>ProvisioningRequest</a:t>
            </a:r>
            <a:r>
              <a:rPr/>
              <a:t> (</a:t>
            </a:r>
            <a:r>
              <a:rPr>
                <a:latin typeface="Courier"/>
              </a:rPr>
              <a:t>o2ims.provisioning.oran.org</a:t>
            </a:r>
            <a:r>
              <a:rPr/>
              <a:t>)</a:t>
            </a:r>
          </a:p>
          <a:p>
            <a:pPr lvl="0"/>
            <a:r>
              <a:rPr/>
              <a:t>Fluxo </a:t>
            </a:r>
            <a:r>
              <a:rPr b="1"/>
              <a:t>executado e validado</a:t>
            </a:r>
            <a:r>
              <a:rPr/>
              <a:t>: </a:t>
            </a:r>
            <a:r>
              <a:rPr>
                <a:latin typeface="Courier"/>
              </a:rPr>
              <a:t>provisioningState: fulfilled</a:t>
            </a:r>
          </a:p>
          <a:p>
            <a:pPr lvl="0"/>
            <a:r>
              <a:rPr/>
              <a:t>O próprio pacote se declara </a:t>
            </a:r>
            <a:r>
              <a:rPr i="1"/>
              <a:t>“work-in-progress in O-RAN standards… a PoC”</a:t>
            </a:r>
          </a:p>
          <a:p>
            <a:pPr lvl="0" indent="0">
              <a:buNone/>
            </a:pPr>
            <a:r>
              <a:rPr>
                <a:latin typeface="Courier"/>
              </a:rPr>
              <a:t>"provisioningStatus": {
  "provisioningMessage": "Cluster resource created",
  "provisioningState": "fulfilled",
  "provisioningUpdateTime": "2026-09-10T16:22:18Z"
}</a:t>
            </a:r>
          </a:p>
          <a:p>
            <a:pPr lvl="0" indent="0" marL="0">
              <a:buNone/>
            </a:pPr>
            <a:r>
              <a:rPr i="1"/>
              <a:t>(evidence/o2ims/20260910-132543_etapa7_watch.txt — status real do cluster o-cloud-1)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O-Cloud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O-Cloud = plataforma de nuvem (NFVI + VIM + aceleradores) que hospeda as NFs O-RAN</a:t>
            </a:r>
          </a:p>
          <a:p>
            <a:pPr lvl="0"/>
            <a:r>
              <a:rPr/>
              <a:t>Nephio provisiona </a:t>
            </a:r>
            <a:r>
              <a:rPr b="1"/>
              <a:t>O-Cloud Node Cluster</a:t>
            </a:r>
            <a:r>
              <a:rPr/>
              <a:t> via O2 IMS + Cluster API — capacidade parcial, reconhecida pela própria documentação oficial</a:t>
            </a:r>
          </a:p>
          <a:p>
            <a:pPr lvl="0"/>
            <a:r>
              <a:rPr/>
              <a:t>Sem inventário de hardware/aceleradores, sem NFVI/VIM completos</a:t>
            </a:r>
          </a:p>
          <a:p>
            <a:pPr lvl="0"/>
            <a:r>
              <a:rPr/>
              <a:t>No laboratório: um cluster kind representa academicamente o O-Cloud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O-Cloud real (spec O-RAN)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Neste laboratório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Hardware/aceleradores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Inventariado via O2 IMS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 aplicável (kind/Docker)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NFVI/VIM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 Kubernetes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 dos artefatos provisionados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o-cloud-1</a:t>
                      </a:r>
                      <a:r>
                        <a:rPr/>
                        <a:t> (kind, 2 nós) — provisionado pelo mecanismo correto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Ciclo de vida de Network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Demonstrado: </a:t>
            </a:r>
            <a:r>
              <a:rPr b="1"/>
              <a:t>instantiate → scale → update → recover → terminate</a:t>
            </a:r>
          </a:p>
          <a:p>
            <a:pPr lvl="0"/>
            <a:r>
              <a:rPr/>
              <a:t>Mecanismo: Deployment/ReplicaSet do Kubernetes, não um ciclo de vida </a:t>
            </a:r>
            <a:r>
              <a:rPr i="1"/>
              <a:t>NF-aware</a:t>
            </a:r>
            <a:r>
              <a:rPr/>
              <a:t> O-RAN</a:t>
            </a:r>
          </a:p>
          <a:p>
            <a:pPr lvl="0"/>
            <a:r>
              <a:rPr/>
              <a:t>Sem KPIs de rede, sem re-registro em interfaces O-RAN, sem healing orientado a causa-raiz</a:t>
            </a:r>
          </a:p>
          <a:p>
            <a:pPr lvl="0"/>
            <a:r>
              <a:rPr/>
              <a:t>Base para os experimentos práticos da Parte 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Monitoramento e falhas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Nephio </a:t>
            </a:r>
            <a:r>
              <a:rPr b="1"/>
              <a:t>não inclui</a:t>
            </a:r>
            <a:r>
              <a:rPr/>
              <a:t> stack de monitoramento/telemetria nativo</a:t>
            </a:r>
          </a:p>
          <a:p>
            <a:pPr lvl="0"/>
            <a:r>
              <a:rPr/>
              <a:t>Sem coleta de KPI O1/PM, sem VES</a:t>
            </a:r>
          </a:p>
          <a:p>
            <a:pPr lvl="0"/>
            <a:r>
              <a:rPr/>
              <a:t>Fault management observável = </a:t>
            </a:r>
            <a:r>
              <a:rPr i="1"/>
              <a:t>self-healing</a:t>
            </a:r>
            <a:r>
              <a:rPr/>
              <a:t> padrão do Kubernetes (não FCAPS-F O-RAN)</a:t>
            </a:r>
          </a:p>
          <a:p>
            <a:pPr lvl="0"/>
            <a:r>
              <a:rPr/>
              <a:t>No laboratório: </a:t>
            </a:r>
            <a:r>
              <a:rPr>
                <a:latin typeface="Courier"/>
              </a:rPr>
              <a:t>kubectl</a:t>
            </a:r>
            <a:r>
              <a:rPr/>
              <a:t>/</a:t>
            </a:r>
            <a:r>
              <a:rPr>
                <a:latin typeface="Courier"/>
              </a:rPr>
              <a:t>docker stats</a:t>
            </a:r>
            <a:r>
              <a:rPr/>
              <a:t>/logs — opção leve, compatível com 16 GB de RAM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Comparação com outras soluções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ETSI OSM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O-RAN-SC 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Nephio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 nativo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 nativo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Não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Sim (PoC)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Lab local 16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&gt;32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 moderado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difícil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inviável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</a:t>
                      </a:r>
                      <a:r>
                        <a:rPr b="1"/>
                        <a:t>~3,6 GiB medidos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Nephio é uma </a:t>
            </a:r>
            <a:r>
              <a:rPr b="1"/>
              <a:t>plataforma de automação cloud-native efetiva</a:t>
            </a:r>
            <a:r>
              <a:rPr/>
              <a:t>, com evidência real de provisioning (O2 IMS) e lifecycle Kubernetes</a:t>
            </a:r>
          </a:p>
          <a:p>
            <a:pPr lvl="0"/>
            <a:r>
              <a:rPr b="1"/>
              <a:t>Não é</a:t>
            </a:r>
            <a:r>
              <a:rPr/>
              <a:t> uma implementação completa/certificada do SMO — faltam O1, Non-RT RIC, telemetria, política A1</a:t>
            </a:r>
          </a:p>
          <a:p>
            <a:pPr lvl="0"/>
            <a:r>
              <a:rPr/>
              <a:t>Essa caracterização precisa é a base da Parte 2: provisionamento e gerenciamento prático de uma pilha Open RAN simulada</a:t>
            </a:r>
          </a:p>
          <a:p>
            <a:pPr lvl="0"/>
            <a:r>
              <a:rPr/>
              <a:t>Próximo passo: demonstração ao vivo (Parte 2)</a:t>
            </a:r>
          </a:p>
          <a:p>
            <a:pPr lvl="0" indent="0" marL="1270000">
              <a:buNone/>
            </a:pPr>
            <a:r>
              <a:rPr sz="2000"/>
              <a:t>“Nephio is a cloud-native automation and orchestration platform that can implement or support functions associated with the SMO and O-Cloud management architecture.”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2026-09-11T12:11:10Z</dcterms:created>
  <dcterms:modified xsi:type="dcterms:W3CDTF">2026-09-11T12:11:10Z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